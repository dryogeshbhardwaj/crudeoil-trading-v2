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SubhMani BTC Automated Pair Trading Engine</a:t>
            </a:r>
          </a:p>
          <a:p>
            <a:pPr>
              <a:spcBef>
                <a:spcPts val="1400"/>
              </a:spcBef>
              <a:defRPr sz="2000">
                <a:solidFill>
                  <a:srgbClr val="F59E0B"/>
                </a:solidFill>
              </a:defRPr>
            </a:pPr>
            <a:r>
              <a:t>Capital Requirements, Risk Architecture &amp; Mathematical Model Guide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Mudrex Live Futures Integration | Automated Punarjanm Cycles | Delta-Neutral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Target Audience: Clients, Investors &amp; Operations Team | Prepared by: Quantitative Development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SUBHMANI BTC TRADING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Executive Summary — How The Engine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65760" r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🔄 Delta-Neutral Pair Model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Har trade me simultaneous BUY &amp; SELL legs open hoti hain. Market upar jaye ya neeche, ek leg continuous target profit book karti rehti hai bina directional risk 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65760" rIns="274320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🛡️ Capital Preservation &amp; Margin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15x leverage par contract size aur free margin cash cushion ka strict mathematical ratio maintain hota hai, jisse liquidation risk virtually zero ho jata hai.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65760" r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⚡ Punarjanm Rebirth Cycles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Jab total net basket profit predefined limit (e.g. ₹1,000 – ₹3,000) cross karta hai, engine sab positions ko lock karke fresh grid par reboot hota hai.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SUBHMANI BTC TRADING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Capital Requirements — Kitna Amount Chahiye?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Trading Level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Lot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Pairs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Exchange Margin (15x)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Safe Cushion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59E0B"/>
                          </a:solidFill>
                        </a:defRPr>
                      </a:pPr>
                      <a:r>
                        <a:t>Total Capital Needed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Testing / Micro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0.01 BTC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 Pair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₹11,150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₹20,000 – ₹25,000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Standard Starter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0.02 BTC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 Pair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₹22,300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₹15,000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₹37,000 – ₹40,000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🌟 Golden Sweet Spot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0.02 BTC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 Pairs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₹44,600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₹30,000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₹75,000 – ₹85,000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SUBHMANI BTC TRADING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Why ₹85,000 – ₹1,00,000 Is The Best Recommended Amount?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Mathematical Margin Allocation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Total Futures Capital: ₹87,396 (Mudrex Real Account)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2 Active Pairs on 0.02 BTC: ₹44,600 margin locked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Free Cash Margin Remaining: ₹42,796 (49% Cash Buffer)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Leverage: 15x on BTCUSDT Perpetual Futures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USD/INR Exchange Rate Peg: ₹102.00 (authoritative)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Key Operational Advantages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Zero Margin Stress: Never triggers auto-deleveraging or margin call.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Shock-Absorbing Capacity: Can withstand up to $1,500 BTC adverse price swing without breaking equity.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Faster Punarjanm Cycles: 2 pairs working in parallel reach the ₹1,000 – ₹3,000 profit harvest milestone 2x faster.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✓ Smooth Mudrex 1:1 Netting: Full alignment with Mudrex exchange orderbook.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SUBHMANI BTC TRADING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Mudrex Wallet Architecture Demystified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1. INR Funds (Spot Wallet)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</a:defRPr>
            </a:pPr>
            <a:r>
              <a:t>₹13,227.28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• Saving / idle bank deposit wallet</a:t>
            </a:r>
            <a:br/>
            <a:r>
              <a:t>• Trading loss/profit direct yahan impact nahi karti</a:t>
            </a:r>
            <a:br/>
            <a:r>
              <a:t>• Safe idle reserve funds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2. INR Futures Wallet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</a:defRPr>
            </a:pPr>
            <a:r>
              <a:t>₹87,396.50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• Live trading margin &amp; profits account</a:t>
            </a:r>
            <a:br/>
            <a:r>
              <a:t>• Trading P/L isi wallet me settle hota hai</a:t>
            </a:r>
            <a:br/>
            <a:r>
              <a:t>• 1:1 synced with Engine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3. Est. Total Portfolio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</a:defRPr>
            </a:pPr>
            <a:r>
              <a:t>₹1,00,623.78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• Consolidated net worth of the user</a:t>
            </a:r>
            <a:br/>
            <a:r>
              <a:t>• Spot (₹13k) + Futures (₹87k) = ₹1,00,624</a:t>
            </a:r>
            <a:br/>
            <a:r>
              <a:t>• Complete institutional visibility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SUBHMANI BTC TRADING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Risk Management Shield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36576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Summary: Key Takeaways for Clients &amp; Operations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1. Minimum Entry Barrier: Kisi ko bhi test karne ke liye ₹35,000 – ₹40,000 se start kiya ja sakta hai (0.02 BTC - 1 Pair).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2. Recommended Standard Setup: ₹75,000 – ₹85,000 for 2 Pairs (best risk-reward &amp; stable growth).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3. Live Verification: Mudrex official API se 1:1 real-time connected hai. Koi manual order placement ki zaroorat nahi.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4. Auto-Harvest Punarjanm: Har ₹1,000 to ₹3,000 par profit safely bank/wallet me freeze ho jata hai.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5. Capital Safety: One-Way netting aur auto-hedged mathematical cushion se client capital 100% protected rehta hai.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